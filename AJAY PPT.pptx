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E745-F750-B329-AAA2-7CF4E9680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7C858-8DF9-80DC-810B-7D43EAB1D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A77A4-B5B1-9AE5-7C3C-509F2C14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20D82-1A56-3F63-D3DF-B2E616FB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8C96C-C174-D36D-0BE5-EAC19349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0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94EB-52D0-1038-C177-F803B54E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21590-8249-B2FA-433D-47DDF00E5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DF57F-C08C-77BD-559B-1AE74BB2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1540-C621-6922-F3A9-2D673869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CF1F-2893-DA08-4AC9-23576557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66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C64C-379A-9F04-D879-BBAC9111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1E74-F847-703E-567E-54F4C68F9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6BBA1-FF6E-0FF6-FCED-E7DE2FFB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8B812-141A-43B2-D657-BE55EC21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48AE-EBC5-BB68-DE3C-ED994BDF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4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2335-2DA5-8116-8F85-47957484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3287-D891-D823-34C5-B512E23AC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D26FE-7E58-0E54-723A-343DA9020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D2078-0967-B84B-63E4-259770C1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8FEF9-960F-9A72-398D-426F73D5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4D112-7B11-2513-BC10-8742C82A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38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0CAF-2969-26AC-9799-360CF7B3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DA44D-BC72-64B5-8A44-8468F5260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EABF9-33DE-F9E4-1938-6720EF4CB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11711-C9ED-F4DD-9EDD-AA0E4A038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8C010-6449-7DD5-715F-98E38290C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40B96-157F-3FCA-80C1-86E1187C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C4762-F817-06F6-5FD9-962DACA0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9E4687-51DE-574D-254D-BDF75676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45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F794-4E1B-50DB-D462-B6C62119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228C8-3359-1500-227F-9E2A1695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7F3E7-6C62-054C-886D-2E27CD7D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40CDC-562A-BDAB-0A60-F1D00CF9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8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0CE05-600E-1621-3FD2-55EBC7F1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47A6B-A9AC-8A5C-57A1-301DEA5B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7AD3-5CB5-6EC5-59C4-B1CB7A77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9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C8F6-8BDC-7913-796A-A519B766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D8CF-AFBC-487E-17DD-9BA2454D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FC5BC-FAC6-04A3-65FF-C2CDA367F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36E74-1E8B-9BD9-AA7D-70A2BCFE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54F7C-33B0-4D7E-CE9C-2B23A92E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01BDD-D559-73BE-FD58-465BFCEB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25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68D0-8180-F921-4D7E-0E58C00C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BFF3C-AAFA-4CFB-1873-9213D91AA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392E5-2407-E3C7-D186-FF0D23691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7077C-7083-4DD1-E7A5-D39AB34E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5958A-1F8A-FB69-7FB2-4B75A0B4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226CE-9A72-5132-8E9D-3F904908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1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98A0-4808-A586-D00D-DE95B936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C7823-F44E-709A-B4A0-95B419043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FBA1-2FD8-FAD7-A8E8-911C1128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D7CD2-BFAF-047B-DE7C-48F6446C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EF879-0CC0-07C4-7E6E-5320B9F4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4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D0602-8BB0-F349-BDF4-0153F969A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266AE-F7D8-D1FF-4AFC-314573A1E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CF5D-F464-B5A8-F4A6-B2A02A8B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AF1C6-FD1A-E956-F572-C6D5274D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0044B-04B2-BAAB-2BB8-235D937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8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ADE1B-F6E5-3E91-94A8-445E8A38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BE22F-91FE-5B97-0357-F575522CE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02DC2-7601-AF71-F995-38FBB1364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CF05D-0248-4C25-9F36-D5CD617CEF3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1DF1-FEE9-98F1-6EB4-2BBB62FB3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FF4F3-2960-80B1-717A-F3E5992E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A57A9-1755-4D9B-BE83-64CC12679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63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cgZh5hrcfdELI6ypA6HoSGmS4gxtvdqE/edit?usp=sharing&amp;ouid=100515794909052674418&amp;rtpof=true&amp;sd=tru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_wTpbdZwZwYyOg_MK8M1Jnur7HJozg3M/edit?usp=sharing&amp;ouid=100515794909052674418&amp;rtpof=true&amp;sd=tr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spreadsheets/d/1gcPm-jKW5OnmtZK183P73IaKVFsu2QqQ/edit?usp=sharing&amp;ouid=100515794909052674418&amp;rtpof=true&amp;sd=true" TargetMode="External"/><Relationship Id="rId5" Type="http://schemas.openxmlformats.org/officeDocument/2006/relationships/hyperlink" Target="https://docs.google.com/spreadsheets/d/1sPvEajNE5fPKC15yacOPMWSK3z0VnAbw/edit?usp=sharing&amp;ouid=100515794909052674418&amp;rtpof=true&amp;sd=true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ajay%20project/AJAY%20PROJECT.pbix" TargetMode="External"/><Relationship Id="rId5" Type="http://schemas.openxmlformats.org/officeDocument/2006/relationships/hyperlink" Target="ajay%20project/AAjay%20power%20bi%201.pbix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Stored Data 3">
            <a:extLst>
              <a:ext uri="{FF2B5EF4-FFF2-40B4-BE49-F238E27FC236}">
                <a16:creationId xmlns:a16="http://schemas.microsoft.com/office/drawing/2014/main" id="{7F32FA09-DFD0-7E37-9519-B948A9FFA144}"/>
              </a:ext>
            </a:extLst>
          </p:cNvPr>
          <p:cNvSpPr/>
          <p:nvPr/>
        </p:nvSpPr>
        <p:spPr>
          <a:xfrm>
            <a:off x="-548640" y="0"/>
            <a:ext cx="3328416" cy="6858000"/>
          </a:xfrm>
          <a:prstGeom prst="flowChartOnlineStorag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22283-6F2B-DA8B-7C66-89698BB2DEDD}"/>
              </a:ext>
            </a:extLst>
          </p:cNvPr>
          <p:cNvSpPr txBox="1"/>
          <p:nvPr/>
        </p:nvSpPr>
        <p:spPr>
          <a:xfrm>
            <a:off x="4200144" y="623454"/>
            <a:ext cx="119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HELLO</a:t>
            </a:r>
            <a:r>
              <a:rPr lang="en-US" b="1" dirty="0"/>
              <a:t>,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D7AD4-0C98-1163-402F-3959CB2ED6ED}"/>
              </a:ext>
            </a:extLst>
          </p:cNvPr>
          <p:cNvSpPr txBox="1"/>
          <p:nvPr/>
        </p:nvSpPr>
        <p:spPr>
          <a:xfrm>
            <a:off x="4200144" y="1192691"/>
            <a:ext cx="3791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erlin Sans FB Demi" panose="020E0802020502020306" pitchFamily="34" charset="0"/>
              </a:rPr>
              <a:t>I’M</a:t>
            </a:r>
          </a:p>
          <a:p>
            <a:r>
              <a:rPr lang="en-IN" sz="3600" b="1" dirty="0">
                <a:latin typeface="Berlin Sans FB Demi" panose="020E0802020502020306" pitchFamily="34" charset="0"/>
              </a:rPr>
              <a:t>AJAY</a:t>
            </a:r>
          </a:p>
          <a:p>
            <a:r>
              <a:rPr lang="en-IN" sz="3600" b="1" dirty="0">
                <a:latin typeface="Berlin Sans FB Demi" panose="020E0802020502020306" pitchFamily="34" charset="0"/>
              </a:rPr>
              <a:t>LOHANI</a:t>
            </a:r>
            <a:endParaRPr lang="en-US" sz="3600" b="1" dirty="0">
              <a:latin typeface="Berlin Sans FB Demi" panose="020E0802020502020306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4395C7-0DCA-C550-757C-70EE55028758}"/>
              </a:ext>
            </a:extLst>
          </p:cNvPr>
          <p:cNvCxnSpPr/>
          <p:nvPr/>
        </p:nvCxnSpPr>
        <p:spPr>
          <a:xfrm>
            <a:off x="3169920" y="3276600"/>
            <a:ext cx="416966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D76387-A0D7-6231-D202-0CB8CB71F6DA}"/>
              </a:ext>
            </a:extLst>
          </p:cNvPr>
          <p:cNvSpPr txBox="1"/>
          <p:nvPr/>
        </p:nvSpPr>
        <p:spPr>
          <a:xfrm>
            <a:off x="3364992" y="3429000"/>
            <a:ext cx="3974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B.Com 2</a:t>
            </a:r>
            <a:r>
              <a:rPr lang="en-US" b="1" baseline="30000" dirty="0"/>
              <a:t>nd</a:t>
            </a:r>
            <a:r>
              <a:rPr lang="en-US" b="1" dirty="0"/>
              <a:t> semester</a:t>
            </a:r>
          </a:p>
          <a:p>
            <a:pPr algn="ctr"/>
            <a:r>
              <a:rPr lang="en-US" b="1" dirty="0"/>
              <a:t> Kumaun University</a:t>
            </a:r>
          </a:p>
          <a:p>
            <a:pPr algn="ctr"/>
            <a:r>
              <a:rPr lang="en-US" b="1" dirty="0"/>
              <a:t>Skills: Excel | Power Query | Power BI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B3A6A-0F9A-6E59-C629-2208554C010E}"/>
              </a:ext>
            </a:extLst>
          </p:cNvPr>
          <p:cNvSpPr txBox="1"/>
          <p:nvPr/>
        </p:nvSpPr>
        <p:spPr>
          <a:xfrm>
            <a:off x="10119360" y="276844"/>
            <a:ext cx="207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OCTOBER 2026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0CB75F-5F04-BCA3-49A5-A084A10A151D}"/>
              </a:ext>
            </a:extLst>
          </p:cNvPr>
          <p:cNvSpPr txBox="1"/>
          <p:nvPr/>
        </p:nvSpPr>
        <p:spPr>
          <a:xfrm>
            <a:off x="5254752" y="4987148"/>
            <a:ext cx="3974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Projects :  power query | hyperlink | power bi | pivot table </a:t>
            </a:r>
            <a:endParaRPr lang="en-IN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3FB249-5DDE-FC77-940F-79613F8CFDF9}"/>
              </a:ext>
            </a:extLst>
          </p:cNvPr>
          <p:cNvSpPr/>
          <p:nvPr/>
        </p:nvSpPr>
        <p:spPr>
          <a:xfrm>
            <a:off x="0" y="1706659"/>
            <a:ext cx="2731008" cy="357287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793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CF631-2A70-3090-7785-C49EB259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393C5C-08FE-BEC0-E60F-4DC306B6972D}"/>
              </a:ext>
            </a:extLst>
          </p:cNvPr>
          <p:cNvSpPr/>
          <p:nvPr/>
        </p:nvSpPr>
        <p:spPr>
          <a:xfrm>
            <a:off x="9899904" y="0"/>
            <a:ext cx="2292096" cy="685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F9F53-9236-BC16-CF22-C0C2493ED0AE}"/>
              </a:ext>
            </a:extLst>
          </p:cNvPr>
          <p:cNvSpPr txBox="1"/>
          <p:nvPr/>
        </p:nvSpPr>
        <p:spPr>
          <a:xfrm>
            <a:off x="560832" y="304800"/>
            <a:ext cx="445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ritannic Bold" panose="020B0903060703020204" pitchFamily="34" charset="0"/>
              </a:rPr>
              <a:t>ABOUT ME</a:t>
            </a:r>
            <a:endParaRPr lang="en-IN" sz="2800" b="1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2E655-91D1-45C2-74A5-0D5741477B0F}"/>
              </a:ext>
            </a:extLst>
          </p:cNvPr>
          <p:cNvSpPr txBox="1"/>
          <p:nvPr/>
        </p:nvSpPr>
        <p:spPr>
          <a:xfrm>
            <a:off x="792480" y="1509895"/>
            <a:ext cx="2292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AJAY </a:t>
            </a:r>
            <a:r>
              <a:rPr lang="en-US" sz="2000" b="1" dirty="0"/>
              <a:t>LOHANI</a:t>
            </a:r>
            <a:endParaRPr lang="en-IN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01A69-A763-AA13-802D-88A462AD0EAD}"/>
              </a:ext>
            </a:extLst>
          </p:cNvPr>
          <p:cNvSpPr txBox="1"/>
          <p:nvPr/>
        </p:nvSpPr>
        <p:spPr>
          <a:xfrm>
            <a:off x="890016" y="1101683"/>
            <a:ext cx="131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 ‘M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062BF-8179-9509-F512-A5F2760A1288}"/>
              </a:ext>
            </a:extLst>
          </p:cNvPr>
          <p:cNvSpPr txBox="1"/>
          <p:nvPr/>
        </p:nvSpPr>
        <p:spPr>
          <a:xfrm>
            <a:off x="359664" y="3429000"/>
            <a:ext cx="5449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EDUCATION : B.COM 2</a:t>
            </a:r>
            <a:r>
              <a:rPr lang="en-US" baseline="30000" dirty="0"/>
              <a:t>ND</a:t>
            </a:r>
            <a:r>
              <a:rPr lang="en-US" dirty="0"/>
              <a:t> SEMESTER STUDENT</a:t>
            </a:r>
          </a:p>
          <a:p>
            <a:endParaRPr lang="en-US" dirty="0"/>
          </a:p>
          <a:p>
            <a:r>
              <a:rPr lang="en-US" dirty="0"/>
              <a:t>SKILLS : MICROSOFT EXCEL, POWER QUERY &amp; POWER BI</a:t>
            </a:r>
          </a:p>
          <a:p>
            <a:endParaRPr lang="en-US" dirty="0"/>
          </a:p>
          <a:p>
            <a:r>
              <a:rPr lang="en-US" dirty="0"/>
              <a:t>HOBBIES :ANIME, GAMING AND LEARNING NEW SKILLS</a:t>
            </a:r>
          </a:p>
          <a:p>
            <a:endParaRPr lang="en-US" dirty="0"/>
          </a:p>
          <a:p>
            <a:r>
              <a:rPr lang="en-US" dirty="0"/>
              <a:t>CAREER GOAL : TO BECOME A SKILLED DATA ANALYST AND BUILD A SUCCESFUL CAREER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982DF-CBAD-12AF-E20D-35F61EF9FA54}"/>
              </a:ext>
            </a:extLst>
          </p:cNvPr>
          <p:cNvSpPr txBox="1"/>
          <p:nvPr/>
        </p:nvSpPr>
        <p:spPr>
          <a:xfrm>
            <a:off x="359664" y="2058727"/>
            <a:ext cx="5449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Condensed" panose="020B0502040204020203" pitchFamily="34" charset="0"/>
              </a:rPr>
              <a:t>I am a b.com student with an interest in business, data analysis, and technology. I enjoy learning new skills and improving my knowledge to build a successful career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DB51A0-14BA-0C45-9AD2-B3BA9EC1CEE7}"/>
              </a:ext>
            </a:extLst>
          </p:cNvPr>
          <p:cNvSpPr/>
          <p:nvPr/>
        </p:nvSpPr>
        <p:spPr>
          <a:xfrm>
            <a:off x="7973568" y="1709950"/>
            <a:ext cx="3032760" cy="416334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445A4B-B859-D58A-FE3B-646655E629F4}"/>
              </a:ext>
            </a:extLst>
          </p:cNvPr>
          <p:cNvCxnSpPr>
            <a:cxnSpLocks/>
          </p:cNvCxnSpPr>
          <p:nvPr/>
        </p:nvCxnSpPr>
        <p:spPr>
          <a:xfrm>
            <a:off x="432816" y="3816008"/>
            <a:ext cx="4879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E4989B-AA40-2F69-8D61-26BA5E032E72}"/>
              </a:ext>
            </a:extLst>
          </p:cNvPr>
          <p:cNvCxnSpPr>
            <a:cxnSpLocks/>
          </p:cNvCxnSpPr>
          <p:nvPr/>
        </p:nvCxnSpPr>
        <p:spPr>
          <a:xfrm>
            <a:off x="432816" y="4681728"/>
            <a:ext cx="4879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3BA277-B338-6015-1297-1AF37F2BBFF1}"/>
              </a:ext>
            </a:extLst>
          </p:cNvPr>
          <p:cNvCxnSpPr>
            <a:cxnSpLocks/>
          </p:cNvCxnSpPr>
          <p:nvPr/>
        </p:nvCxnSpPr>
        <p:spPr>
          <a:xfrm>
            <a:off x="432816" y="5632704"/>
            <a:ext cx="4879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F311A2-1ADA-5579-852A-4FB99BC5EBB2}"/>
              </a:ext>
            </a:extLst>
          </p:cNvPr>
          <p:cNvCxnSpPr>
            <a:cxnSpLocks/>
          </p:cNvCxnSpPr>
          <p:nvPr/>
        </p:nvCxnSpPr>
        <p:spPr>
          <a:xfrm>
            <a:off x="466344" y="6425184"/>
            <a:ext cx="48455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60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7C9D-CEE4-BE74-EFFE-0E682930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-129162"/>
            <a:ext cx="3877056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  <a:latin typeface="Britannic Bold" panose="020B0903060703020204" pitchFamily="34" charset="0"/>
              </a:rPr>
              <a:t>PROJECTS</a:t>
            </a:r>
            <a:endParaRPr lang="en-IN" sz="5400" dirty="0">
              <a:solidFill>
                <a:schemeClr val="accent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CBE69-9C25-2612-C687-89B3F31EF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5684"/>
            <a:ext cx="7059168" cy="44533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52962-07ED-2553-9CE7-0ECD305DE48A}"/>
              </a:ext>
            </a:extLst>
          </p:cNvPr>
          <p:cNvSpPr txBox="1"/>
          <p:nvPr/>
        </p:nvSpPr>
        <p:spPr>
          <a:xfrm>
            <a:off x="7827264" y="33022"/>
            <a:ext cx="36210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PROJECT 1 : SALES DATA ANALYSIS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Analyzed 3 years of shop sales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Summarized sales by category and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Identified stop – performing products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2490C-342C-2ACA-C103-7D0245D47A4A}"/>
              </a:ext>
            </a:extLst>
          </p:cNvPr>
          <p:cNvSpPr txBox="1"/>
          <p:nvPr/>
        </p:nvSpPr>
        <p:spPr>
          <a:xfrm>
            <a:off x="7924800" y="3986784"/>
            <a:ext cx="3523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PROJECT 2 : EMPLOYEE DATA ANALYSIS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Organized employee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Summarized department-wise employee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  <a:cs typeface="Arial" panose="020B0604020202020204" pitchFamily="34" charset="0"/>
              </a:rPr>
              <a:t>Compared employee information using pivot tables</a:t>
            </a:r>
            <a:endParaRPr lang="en-IN" dirty="0">
              <a:latin typeface="Bahnschrift Ligh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B4571-8960-8980-29EB-479E14D23AC4}"/>
              </a:ext>
            </a:extLst>
          </p:cNvPr>
          <p:cNvSpPr txBox="1"/>
          <p:nvPr/>
        </p:nvSpPr>
        <p:spPr>
          <a:xfrm>
            <a:off x="7924800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</a:t>
            </a:r>
            <a:r>
              <a:rPr lang="en-US" sz="1800" dirty="0">
                <a:hlinkClick r:id="rId4"/>
              </a:rPr>
              <a:t>: VIEW PROJECT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4370E-E43F-37FD-AD59-E44170DF3196}"/>
              </a:ext>
            </a:extLst>
          </p:cNvPr>
          <p:cNvSpPr txBox="1"/>
          <p:nvPr/>
        </p:nvSpPr>
        <p:spPr>
          <a:xfrm>
            <a:off x="7943088" y="6386530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: </a:t>
            </a:r>
            <a:r>
              <a:rPr lang="en-US" sz="1800" dirty="0">
                <a:hlinkClick r:id="rId4"/>
              </a:rPr>
              <a:t>VIEW PROJECT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5495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09244-622C-159B-8A80-9F6A3151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6C31-3C29-D09E-AC0D-19DF0FF4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-129162"/>
            <a:ext cx="3877056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  <a:latin typeface="Britannic Bold" panose="020B0903060703020204" pitchFamily="34" charset="0"/>
              </a:rPr>
              <a:t>PROJECTS</a:t>
            </a:r>
            <a:endParaRPr lang="en-IN" sz="5400" dirty="0">
              <a:solidFill>
                <a:schemeClr val="accent1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F605D-D52B-2050-FFA5-21AA309E1F65}"/>
              </a:ext>
            </a:extLst>
          </p:cNvPr>
          <p:cNvSpPr txBox="1"/>
          <p:nvPr/>
        </p:nvSpPr>
        <p:spPr>
          <a:xfrm>
            <a:off x="7802880" y="1196401"/>
            <a:ext cx="3621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PROJECT 1 : AJAY GRAND HOTEL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Developed on excel-based hotel management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Managed booking and room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Organized guest, staff and expense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Included payment, offer and feedback sections.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4C49D1-EB22-5DD5-F9E9-D7DF68C6A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1342705"/>
            <a:ext cx="6595872" cy="44599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DD3B0E-773D-C82B-30F5-EBD2B3C5C7FF}"/>
              </a:ext>
            </a:extLst>
          </p:cNvPr>
          <p:cNvSpPr txBox="1"/>
          <p:nvPr/>
        </p:nvSpPr>
        <p:spPr>
          <a:xfrm>
            <a:off x="8180832" y="4962144"/>
            <a:ext cx="324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LINK : </a:t>
            </a:r>
            <a:r>
              <a:rPr lang="en-US" dirty="0">
                <a:hlinkClick r:id="rId4"/>
              </a:rPr>
              <a:t>VIEW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25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8CA9F-1EAD-AB5B-0E74-9BBE6072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6D55-297B-58B3-D107-D6390B37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-129162"/>
            <a:ext cx="3877056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  <a:latin typeface="Britannic Bold" panose="020B0903060703020204" pitchFamily="34" charset="0"/>
              </a:rPr>
              <a:t>PROJECTS</a:t>
            </a:r>
            <a:endParaRPr lang="en-IN" sz="5400" dirty="0">
              <a:solidFill>
                <a:schemeClr val="accent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C3409-32A1-2261-B4FD-F89ADCF9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" y="1520726"/>
            <a:ext cx="4913376" cy="22816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A4FD85-EA48-2EF9-C89C-1E0F1B81B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6" y="4399825"/>
            <a:ext cx="4998720" cy="22816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B7B628-499E-948D-AC34-DDC8ED951FB7}"/>
              </a:ext>
            </a:extLst>
          </p:cNvPr>
          <p:cNvSpPr txBox="1"/>
          <p:nvPr/>
        </p:nvSpPr>
        <p:spPr>
          <a:xfrm>
            <a:off x="7717536" y="3802416"/>
            <a:ext cx="3779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PROJECT 2 : TEXTILE COMPANY PREVIOUS 3 YEARS BALANCE SHEET DATA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Learned to automate repetitive data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Explored data cleaning and transformation.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CB8FF6-74F2-9AC6-E365-B9F47737A939}"/>
              </a:ext>
            </a:extLst>
          </p:cNvPr>
          <p:cNvSpPr txBox="1"/>
          <p:nvPr/>
        </p:nvSpPr>
        <p:spPr>
          <a:xfrm>
            <a:off x="7674864" y="0"/>
            <a:ext cx="38648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PROJECT 1 : SALES PERFORMANCE OF SAJU SHOP FOR LAST THREE YEARS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ANALYZED 3 YEARS OF SHOP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EVALUTED SALES PERFORMANCE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IDENTIFIED TOP PERFORMING PRODUCTS.</a:t>
            </a:r>
            <a:endParaRPr lang="en-IN" dirty="0">
              <a:latin typeface="Bahnschrift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B167C-0F19-0B4D-60DF-9DAD5087CDA8}"/>
              </a:ext>
            </a:extLst>
          </p:cNvPr>
          <p:cNvSpPr txBox="1"/>
          <p:nvPr/>
        </p:nvSpPr>
        <p:spPr>
          <a:xfrm>
            <a:off x="7886700" y="2963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: </a:t>
            </a:r>
            <a:r>
              <a:rPr lang="en-US" sz="1800" dirty="0">
                <a:hlinkClick r:id="rId5"/>
              </a:rPr>
              <a:t>VIEW PROJECT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98340-5BEB-99E8-372E-3CC451D84777}"/>
              </a:ext>
            </a:extLst>
          </p:cNvPr>
          <p:cNvSpPr txBox="1"/>
          <p:nvPr/>
        </p:nvSpPr>
        <p:spPr>
          <a:xfrm>
            <a:off x="8010906" y="6387739"/>
            <a:ext cx="697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</a:t>
            </a:r>
            <a:r>
              <a:rPr lang="en-US" sz="1800" dirty="0">
                <a:hlinkClick r:id="rId6"/>
              </a:rPr>
              <a:t>: VIEW PROJECT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6537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ADD07-5E4B-C255-2261-4DF9EBAB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399D-6259-ECDC-990F-A77D6C5F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-129162"/>
            <a:ext cx="3877056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/>
                </a:solidFill>
                <a:latin typeface="Britannic Bold" panose="020B0903060703020204" pitchFamily="34" charset="0"/>
              </a:rPr>
              <a:t>PROJECTS</a:t>
            </a:r>
            <a:endParaRPr lang="en-IN" sz="5400" dirty="0">
              <a:solidFill>
                <a:schemeClr val="accent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B3BD9-8142-E2E6-1FAA-0BDCFC972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1196401"/>
            <a:ext cx="5047488" cy="258311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A1F71-8F67-1243-8D0B-5ED909429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" y="4146865"/>
            <a:ext cx="5059680" cy="25831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87CA5B-DD9B-A514-ABDE-B614CA9FDFEC}"/>
              </a:ext>
            </a:extLst>
          </p:cNvPr>
          <p:cNvSpPr txBox="1"/>
          <p:nvPr/>
        </p:nvSpPr>
        <p:spPr>
          <a:xfrm>
            <a:off x="6803138" y="4146865"/>
            <a:ext cx="4376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PROJECT 2: EMPLOYEES ATTRIBUTION ANALYSIS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Analyzed employee attrition and workforce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Created charts and kpis to identify employee turnover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8E768-3CAF-E24B-3875-C122EF6E2406}"/>
              </a:ext>
            </a:extLst>
          </p:cNvPr>
          <p:cNvSpPr txBox="1"/>
          <p:nvPr/>
        </p:nvSpPr>
        <p:spPr>
          <a:xfrm>
            <a:off x="6754370" y="180738"/>
            <a:ext cx="44256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Project 1 :  ecommerce sales dashboard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Analyzed e-commerce sales and business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Visualized sales, profit and product trends using charts.</a:t>
            </a:r>
            <a:endParaRPr lang="en-IN" dirty="0">
              <a:latin typeface="Bahnschrift Ligh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374DB-9551-E4AB-891C-F2B6AA2516F1}"/>
              </a:ext>
            </a:extLst>
          </p:cNvPr>
          <p:cNvSpPr txBox="1"/>
          <p:nvPr/>
        </p:nvSpPr>
        <p:spPr>
          <a:xfrm>
            <a:off x="7048500" y="26254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: </a:t>
            </a:r>
            <a:r>
              <a:rPr lang="en-US" sz="1800" dirty="0">
                <a:hlinkClick r:id="rId5" action="ppaction://hlinkfile"/>
              </a:rPr>
              <a:t>VIEW PROJECT</a:t>
            </a:r>
            <a:endParaRPr lang="en-IN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7A1AF-F068-0775-813C-DC71E1038204}"/>
              </a:ext>
            </a:extLst>
          </p:cNvPr>
          <p:cNvSpPr txBox="1"/>
          <p:nvPr/>
        </p:nvSpPr>
        <p:spPr>
          <a:xfrm>
            <a:off x="7375525" y="6360651"/>
            <a:ext cx="6572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PROJECT LINK : </a:t>
            </a:r>
            <a:r>
              <a:rPr lang="en-US" sz="1800" dirty="0">
                <a:hlinkClick r:id="rId6" action="ppaction://hlinkfile"/>
              </a:rPr>
              <a:t>VIEW PROJECT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9888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208</TotalTime>
  <Words>336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Arial Rounded MT Bold</vt:lpstr>
      <vt:lpstr>Bahnschrift Condensed</vt:lpstr>
      <vt:lpstr>Bahnschrift Light</vt:lpstr>
      <vt:lpstr>Berlin Sans FB Demi</vt:lpstr>
      <vt:lpstr>Britannic Bold</vt:lpstr>
      <vt:lpstr>Office Theme</vt:lpstr>
      <vt:lpstr>PowerPoint Presentation</vt:lpstr>
      <vt:lpstr>PowerPoint Presentation</vt:lpstr>
      <vt:lpstr>PROJECTS</vt:lpstr>
      <vt:lpstr>PROJECTS</vt:lpstr>
      <vt:lpstr>PROJECTS</vt:lpstr>
      <vt:lpstr>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10</cp:revision>
  <dcterms:created xsi:type="dcterms:W3CDTF">2026-10-15T10:03:05Z</dcterms:created>
  <dcterms:modified xsi:type="dcterms:W3CDTF">2026-10-23T10:19:41Z</dcterms:modified>
</cp:coreProperties>
</file>